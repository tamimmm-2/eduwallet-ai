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9875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2026 SHENZHEN INTERNATIONAL FINTECH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1042416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dirty="0">
                <a:solidFill>
                  <a:srgbClr val="F5F8FC"/>
                </a:solidFill>
                <a:latin typeface="Aptos"/>
              </a:rPr>
              <a:t>EduWallet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960120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dirty="0">
                <a:solidFill>
                  <a:srgbClr val="99F6E4"/>
                </a:solidFill>
                <a:latin typeface="Aptos"/>
              </a:rPr>
              <a:t>International Student Financial
Readiness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794760"/>
            <a:ext cx="9784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Cross-border &amp; Student Finance Assistant  |  Topic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315968"/>
            <a:ext cx="97840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1BECF"/>
                </a:solidFill>
                <a:latin typeface="Aptos"/>
              </a:rPr>
              <a:t>A practical budgeting prototype to help international students explore study costs, funding gaps and financial stress scenarios.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669280"/>
            <a:ext cx="3200400" cy="475488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797296"/>
            <a:ext cx="29260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2DD4BF"/>
                </a:solidFill>
                <a:latin typeface="Aptos"/>
              </a:rPr>
              <a:t>TEAM: </a:t>
            </a:r>
            <a:r>
              <a:rPr lang="en-US" sz="900" b="1" dirty="0">
                <a:solidFill>
                  <a:srgbClr val="2DD4BF"/>
                </a:solidFill>
                <a:latin typeface="Aptos"/>
              </a:rPr>
              <a:t>EduWallet AI</a:t>
            </a:r>
            <a:endParaRPr sz="900" b="1" dirty="0">
              <a:solidFill>
                <a:srgbClr val="2DD4B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6419088"/>
            <a:ext cx="10607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ECF"/>
                </a:solidFill>
                <a:latin typeface="Aptos"/>
              </a:rPr>
              <a:t>Competition prototype • Illustrative planning only • No live financial integrations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Studying abroad is a financial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1BECF"/>
                </a:solidFill>
                <a:latin typeface="Aptos"/>
              </a:rPr>
              <a:t>Students need to understand the full cost—not just tuition.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1BECF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493008" cy="2240280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640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2971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5F8FC"/>
                </a:solidFill>
                <a:latin typeface="Aptos"/>
              </a:rPr>
              <a:t>Costs add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55264"/>
            <a:ext cx="294436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ECF"/>
                </a:solidFill>
                <a:latin typeface="Aptos"/>
              </a:rPr>
              <a:t>Tuition, setup costs and monthly living expenses can create a large total budget.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965960"/>
            <a:ext cx="3493008" cy="2240280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6592" y="2212848"/>
            <a:ext cx="640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761488"/>
            <a:ext cx="2971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5F8FC"/>
                </a:solidFill>
                <a:latin typeface="Aptos"/>
              </a:rPr>
              <a:t>Funds can fall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255264"/>
            <a:ext cx="294436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ECF"/>
                </a:solidFill>
                <a:latin typeface="Aptos"/>
              </a:rPr>
              <a:t>Students may have savings or sponsorship but still face a funding gap.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1965960"/>
            <a:ext cx="3493008" cy="2240280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58784" y="2212848"/>
            <a:ext cx="640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2761488"/>
            <a:ext cx="2971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5F8FC"/>
                </a:solidFill>
                <a:latin typeface="Aptos"/>
              </a:rPr>
              <a:t>Plans can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3255264"/>
            <a:ext cx="294436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ECF"/>
                </a:solidFill>
                <a:latin typeface="Aptos"/>
              </a:rPr>
              <a:t>Unexpected expenses or higher living costs can make a fragile plan harder to sustain.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Aptos"/>
              </a:rPr>
              <a:t>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99669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5F8FC"/>
                </a:solidFill>
                <a:latin typeface="Aptos"/>
              </a:rPr>
              <a:t>Give students a simple way to test assumptions before they commit to a study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02 /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One dashboard. Clearer financial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B1BECF"/>
                </a:solidFill>
                <a:latin typeface="Aptos"/>
              </a:rPr>
              <a:t>EduWallet AI turns user-entered assumptions into a simple readiness picture.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1BECF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5166360" cy="3520440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94560"/>
            <a:ext cx="4389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CORE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480560" cy="24231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Enter tuition, setup costs and monthly living costs</a:t>
            </a:r>
          </a:p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Set the number of months and available funds</a:t>
            </a:r>
          </a:p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Review total estimated cost, funding gap and coverage</a:t>
            </a:r>
          </a:p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Stress-test the plan and download a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20240"/>
            <a:ext cx="5257800" cy="3520440"/>
          </a:xfrm>
          <a:prstGeom prst="roundRect">
            <a:avLst/>
          </a:prstGeom>
          <a:solidFill>
            <a:srgbClr val="0B2230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2212848"/>
            <a:ext cx="4389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DESIGNED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743200"/>
            <a:ext cx="4434840" cy="21488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International students planning study expenses</a:t>
            </a:r>
          </a:p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Students comparing different budget assumptions</a:t>
            </a:r>
          </a:p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Users who want to explore shortfalls before making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001768"/>
            <a:ext cx="4480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Aptos"/>
              </a:rPr>
              <a:t>Not a bank, lender, visa adviser or eligibility checker.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03 / PRODUCT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Built around practical planning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1BECF"/>
                </a:solidFill>
                <a:latin typeface="Aptos"/>
              </a:rPr>
              <a:t>A functional prototype with calculation logic, scenarios and a downloadable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1BECF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3456432" cy="1627632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029967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04872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Study budget calculator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70632"/>
            <a:ext cx="305409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ECF"/>
                </a:solidFill>
                <a:latin typeface="Aptos"/>
              </a:rPr>
              <a:t>Estimate total study-period costs from tuition, one-off costs and monthly living expenses.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1874519"/>
            <a:ext cx="3456432" cy="1627632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0016" y="2029967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404872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Funding gap &amp;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770632"/>
            <a:ext cx="305409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ECF"/>
                </a:solidFill>
                <a:latin typeface="Aptos"/>
              </a:rPr>
              <a:t>Compare estimated costs with funds entered by the user.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5" y="1874519"/>
            <a:ext cx="3456432" cy="1627632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7" y="2029967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2404872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Stress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2770632"/>
            <a:ext cx="305409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ECF"/>
                </a:solidFill>
                <a:latin typeface="Aptos"/>
              </a:rPr>
              <a:t>Explore cost increases, cost shocks and reduced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776472"/>
            <a:ext cx="3456432" cy="1627632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3931920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What-If Life Simulator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672583"/>
            <a:ext cx="305409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ECF"/>
                </a:solidFill>
                <a:latin typeface="Aptos"/>
              </a:rPr>
              <a:t>Change monthly living costs and add an unexpected expense.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5424" y="3776472"/>
            <a:ext cx="3456432" cy="1627632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0016" y="3931920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4306824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Survival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4672583"/>
            <a:ext cx="305409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ECF"/>
                </a:solidFill>
                <a:latin typeface="Aptos"/>
              </a:rPr>
              <a:t>Model higher costs, an emergency expense and funds becoming unavailable.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57615" y="3776472"/>
            <a:ext cx="3456432" cy="1627632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7" y="3931920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7" y="4306824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Report &amp; currency estimate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7" y="4672583"/>
            <a:ext cx="3054096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ECF"/>
                </a:solidFill>
                <a:latin typeface="Aptos"/>
              </a:rPr>
              <a:t>Download a planning report and use an illustrative, manually entered BDT conversion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04 / PROTOTYPE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The main financial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B1BECF"/>
                </a:solidFill>
                <a:latin typeface="Aptos"/>
              </a:rPr>
              <a:t>Example screenshot supplied from the working EduWallet AI prototype.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1BECF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43434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6236208"/>
            <a:ext cx="105156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1BECF"/>
                </a:solidFill>
                <a:latin typeface="Aptos"/>
              </a:rPr>
              <a:t>Example values shown are illustrative and can be changed by the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2DD4BF"/>
                </a:solidFill>
                <a:latin typeface="Aptos"/>
              </a:rPr>
              <a:t>05 / INTERACTIVE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What-If Life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1BECF"/>
                </a:solidFill>
                <a:latin typeface="Aptos"/>
              </a:rPr>
              <a:t>Show how a different lifestyle budget or an unexpected cost changes the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1BECF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903720" cy="41148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09560" y="1828800"/>
            <a:ext cx="3566160" cy="4114800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214884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WHAT THIS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51760"/>
            <a:ext cx="2834640" cy="23774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Adjust monthly living costs</a:t>
            </a:r>
          </a:p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Add an unexpected one-off expense</a:t>
            </a:r>
          </a:p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Compare total cost with baseline</a:t>
            </a:r>
          </a:p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Review funding gap and cost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39496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BBF24"/>
                </a:solidFill>
                <a:latin typeface="Aptos"/>
              </a:rPr>
              <a:t>Scenario outputs are estimates, not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06 / RESILIENCE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Survival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1BECF"/>
                </a:solidFill>
                <a:latin typeface="Aptos"/>
              </a:rPr>
              <a:t>Explore what happens when costs rise and some funds are unavailable.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1BECF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903720" cy="41148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09560" y="1828800"/>
            <a:ext cx="3566160" cy="4114800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2148840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WHAT THIS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51760"/>
            <a:ext cx="2834640" cy="23774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Higher monthly living costs</a:t>
            </a:r>
          </a:p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A hypothetical emergency expense</a:t>
            </a:r>
          </a:p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Reduced available funds</a:t>
            </a:r>
          </a:p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Updated shortfall and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39496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BBF24"/>
                </a:solidFill>
                <a:latin typeface="Aptos"/>
              </a:rPr>
              <a:t>This is a stress scenario, not a forecast.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Automated tests: 21 passed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1BECF"/>
                </a:solidFill>
                <a:latin typeface="Aptos"/>
              </a:rPr>
              <a:t>Evidence from the Python test suite supplied for this 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1BECF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3337560" cy="749808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83664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4ADE80"/>
                </a:solidFill>
                <a:latin typeface="Aptos"/>
              </a:rPr>
              <a:t>21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3063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1BECF"/>
                </a:solidFill>
                <a:latin typeface="Aptos"/>
              </a:rPr>
              <a:t>TESTS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83080"/>
            <a:ext cx="3337560" cy="749808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883664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DD4BF"/>
                </a:solidFill>
                <a:latin typeface="Aptos"/>
              </a:rPr>
              <a:t>0.08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221992"/>
            <a:ext cx="3063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1BECF"/>
                </a:solidFill>
                <a:latin typeface="Aptos"/>
              </a:rPr>
              <a:t>REPORTED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783080"/>
            <a:ext cx="3337560" cy="749808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8" y="1883664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5F8FC"/>
                </a:solidFill>
                <a:latin typeface="Aptos"/>
              </a:rPr>
              <a:t>2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221992"/>
            <a:ext cx="3063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1BECF"/>
                </a:solidFill>
                <a:latin typeface="Aptos"/>
              </a:rPr>
              <a:t>CALCULATIONS + REPORTING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24912"/>
            <a:ext cx="10881360" cy="324612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6199632"/>
            <a:ext cx="10515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Aptos"/>
              </a:rPr>
              <a:t>Functional testing is not an independent security audit.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08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Simple, testable and transparent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1BECF"/>
                </a:solidFill>
                <a:latin typeface="Aptos"/>
              </a:rPr>
              <a:t>The prototype prioritizes understandable calculations and explicit limitations.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1BECF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01952"/>
            <a:ext cx="5074920" cy="3520440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76272"/>
            <a:ext cx="4297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4389120" cy="21945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Python for financial calculation logic</a:t>
            </a:r>
          </a:p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Streamlit for the interactive web interface</a:t>
            </a:r>
          </a:p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Pytest for automated tests</a:t>
            </a:r>
          </a:p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Downloadable text-based financial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01952"/>
            <a:ext cx="5257800" cy="3520440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76272"/>
            <a:ext cx="4389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DESIGN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651760"/>
            <a:ext cx="4480560" cy="21945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User-entered assumptions are visible</a:t>
            </a:r>
          </a:p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Input validation protects calculation functions</a:t>
            </a:r>
          </a:p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No live bank integrations or payments</a:t>
            </a:r>
          </a:p>
          <a:p>
            <a:pPr>
              <a:spcAft>
                <a:spcPts val="11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Manual currency rate; not a live exchange feed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09 /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Clear boundaries build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B1BECF"/>
                </a:solidFill>
                <a:latin typeface="Aptos"/>
              </a:rPr>
              <a:t>EduWallet AI is an educational planning prototype—not a source of official financial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1BECF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10716768" cy="3611880"/>
          </a:xfrm>
          <a:prstGeom prst="roundRect">
            <a:avLst/>
          </a:prstGeom>
          <a:solidFill>
            <a:srgbClr val="181F2B"/>
          </a:solidFill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76272"/>
            <a:ext cx="9966960" cy="28803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rPr dirty="0"/>
              <a:t>•  Results depend on the figures and assumptions entered by the user.</a:t>
            </a:r>
          </a:p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rPr dirty="0"/>
              <a:t>•  Currency conversion is illustrative and uses a manually entered rate.</a:t>
            </a:r>
          </a:p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rPr dirty="0"/>
              <a:t>•  The prototype does not connect to banks, verify balances, or execute payments.</a:t>
            </a:r>
          </a:p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rPr dirty="0"/>
              <a:t>•  It does not provide financial, immigration or visa advice.</a:t>
            </a:r>
          </a:p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rPr dirty="0"/>
              <a:t>•  The prototype has no user authentication, role-based access or persistent financial profiles.</a:t>
            </a:r>
          </a:p>
          <a:p>
            <a:pPr>
              <a:spcAft>
                <a:spcPts val="11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rPr dirty="0"/>
              <a:t>•  Automated tests verify selected functionality; they do not replace an independent security assessment.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15000"/>
            <a:ext cx="104241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9F6E4"/>
                </a:solidFill>
                <a:latin typeface="Aptos"/>
              </a:rPr>
              <a:t>Use it to explore scenarios and ask better questions—not as a guarantee of affordability.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10 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>
                <a:solidFill>
                  <a:srgbClr val="F5F8FC"/>
                </a:solidFill>
                <a:latin typeface="Aptos"/>
              </a:rPr>
              <a:t>The people behind EduWallet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1BECF"/>
                </a:solidFill>
                <a:latin typeface="Aptos"/>
              </a:rPr>
              <a:t>Edit the placeholders below with your official team name and each member’s full name.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1BECF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1" y="1965959"/>
            <a:ext cx="3456431" cy="3350079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2971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TEAM MEMBER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297180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C"/>
                </a:solidFill>
                <a:latin typeface="Aptos"/>
              </a:rPr>
              <a:t>[YOUR FULL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56432"/>
            <a:ext cx="29718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F6E4"/>
                </a:solidFill>
                <a:latin typeface="Aptos"/>
              </a:rPr>
              <a:t>Technical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05072"/>
            <a:ext cx="297180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B1BECF"/>
                </a:solidFill>
                <a:latin typeface="Aptos"/>
              </a:rPr>
              <a:t>Prototype implementation, financial logic, testing and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965960"/>
            <a:ext cx="3456432" cy="3337560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2212848"/>
            <a:ext cx="2971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TEAM MEMBER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697480"/>
            <a:ext cx="2971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dirty="0">
                <a:solidFill>
                  <a:srgbClr val="F5F8FC"/>
                </a:solidFill>
                <a:latin typeface="Aptos"/>
              </a:rPr>
              <a:t>[MEMBER 2 FULL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456432"/>
            <a:ext cx="29718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F6E4"/>
                </a:solidFill>
                <a:latin typeface="Aptos"/>
              </a:rPr>
              <a:t>Documentation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4005072"/>
            <a:ext cx="297180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1BECF"/>
                </a:solidFill>
                <a:latin typeface="Aptos"/>
              </a:rPr>
              <a:t>Technical documentation, project report and security self-assessment.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1965960"/>
            <a:ext cx="3456432" cy="3337560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2212848"/>
            <a:ext cx="2971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TEAM MEMBER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697480"/>
            <a:ext cx="2971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C"/>
                </a:solidFill>
                <a:latin typeface="Aptos"/>
              </a:rPr>
              <a:t>[MEMBER 3 FULL 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3456432"/>
            <a:ext cx="29718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F6E4"/>
                </a:solidFill>
                <a:latin typeface="Aptos"/>
              </a:rPr>
              <a:t>Presentation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4005072"/>
            <a:ext cx="297180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1BECF"/>
                </a:solidFill>
                <a:latin typeface="Aptos"/>
              </a:rPr>
              <a:t>Presentation design, competition narrative and demo preparation.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9875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FBBF24"/>
                </a:solidFill>
                <a:latin typeface="Aptos"/>
              </a:rPr>
              <a:t>Replace all bracketed placeholders before submitting.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9875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2DD4BF"/>
                </a:solidFill>
                <a:latin typeface="Aptos"/>
              </a:rPr>
              <a:t>EDUWALLET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42416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5F8FC"/>
                </a:solidFill>
                <a:latin typeface="Aptos"/>
              </a:rPr>
              <a:t>Plan with clarity.
Prepare for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9784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99F6E4"/>
                </a:solidFill>
                <a:latin typeface="Aptos"/>
              </a:rPr>
              <a:t>An interactive financial readiness simulator for international students.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4160520"/>
            <a:ext cx="5120640" cy="1051560"/>
          </a:xfrm>
          <a:prstGeom prst="roundRect">
            <a:avLst/>
          </a:prstGeom>
          <a:solidFill>
            <a:srgbClr val="142438"/>
          </a:solidFill>
          <a:ln w="12700">
            <a:solidFill>
              <a:srgbClr val="2D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4494276"/>
            <a:ext cx="44805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dirty="0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000" b="0" dirty="0">
                <a:solidFill>
                  <a:srgbClr val="B1BECF"/>
                </a:solidFill>
                <a:latin typeface="Aptos"/>
              </a:rPr>
              <a:t>EduWallet AI</a:t>
            </a:r>
            <a:r>
              <a:rPr sz="1000" b="0" dirty="0">
                <a:solidFill>
                  <a:srgbClr val="B1BECF"/>
                </a:solidFill>
                <a:latin typeface="Aptos"/>
              </a:rPr>
              <a:t>  •  Topic C: Cross-border &amp; Student Finance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873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Fardin Shahriar</cp:lastModifiedBy>
  <cp:revision>2</cp:revision>
  <dcterms:created xsi:type="dcterms:W3CDTF">2013-01-27T09:14:16Z</dcterms:created>
  <dcterms:modified xsi:type="dcterms:W3CDTF">2026-10-15T19:46:01Z</dcterms:modified>
  <cp:category/>
</cp:coreProperties>
</file>